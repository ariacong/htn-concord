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274320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博士课题 · 新方向设计与先导结果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大模型能不能可靠地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执行一条临床规则？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712463"/>
            <a:ext cx="2011680" cy="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3950208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cv-llm-rulebench：以心血管风险公式为试验台，标准答案全部由程序算出，把错误定位到具体环节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56048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程序算出答案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956048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无需医生裁定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956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NHANES + MIMIC-IV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15584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汇报人：Aria Cong   ·  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一页看懂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这个课题在做什么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问题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大模型已经在被问「这个病人要不要吃降压药」。它给的回答有公式名、有风险值、有结论，看起来很专业，但不一定是照规则算出来的。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5615" y="17373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困境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现有研究几乎都只报一个总分，而且靠医生或另一个大模型打分。总分说不清错在哪一步，也就不知道该怎么修。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做法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选一类每一步都能用程序算出答案的规则：已发表的风险公式和指南阈值。把一次回答拆成选规则、算风险、下结论、判断能否下结论几个环节，逐个核对。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5615" y="42519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结果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先导实验已经跑完：最大的问题是算不准，不是固执地用旧指南；不同大小的模型卡在不同环节，需要不同的修法。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一次「要不要开药」包含四个环节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07652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同一个 1 期高血压病人（130–139/80–89），按 2025 年美国指南要走四步，任何一步错了，结论都会错：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选规则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用 2025 新版：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PREVENT ≥7.5%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 → 退回 2017 旧版
（PCE ≥10%）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9403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403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7147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算风险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7147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PREVENT 公式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十几个输入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7147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7147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 → 风险差 1 个点
贴近阈值就判反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5575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319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下结论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319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风险和阈值比较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3319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319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 → 结论与自己
算的数字矛盾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747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1747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491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能否下结论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491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缺胆固醇时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区间是否跨过阈值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491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491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 → 该答不答
或不该答乱答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11496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这四个环节都能由程序给出唯一正确的答案，不需要医生来判。这是选心血管风险公式做试验台的原因。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缺的不是再测一遍分数，是知道错在哪一环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6297660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心血管方向的大模型研究，大多停在「这个模型在这个任务上多少分」。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48739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例如高血压 51 题 83%；房颤抗凝 9 个模型的对比。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83130"/>
            <a:ext cx="6297660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这样的总分回答不了三个问题：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13965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它是选错了规则，还是算错了，还是判断错了？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2596261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789936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三种错要用完全不同的办法修。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24327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它说用了 PREVENT，实际算的是不是 PREVENT？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206623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00298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说法和做法是否一致，只看答案看不出来。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34689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哪种改进手段修好了哪种错误？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3816985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10660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现有工作只报「总分提高了多少」，说不清提升来自哪里。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4940" y="1984248"/>
            <a:ext cx="4083522" cy="1825370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4124" y="2295144"/>
            <a:ext cx="34251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缺口一句话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4124" y="2734056"/>
            <a:ext cx="3425154" cy="819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缺一个每一步都有精确标准答案的测试台。没有它，就只能知道模型不行，不知道该修哪里、用什么修。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相邻工作做到了哪，我们差在哪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10765231" cy="847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2704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1645920"/>
            <a:ext cx="2372053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医学计算基准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197" y="1645920"/>
            <a:ext cx="3970849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MedCalc-Bench 等：一题一个计算，报准确率；From Scores to Steps 把计算拆步骤后准确率从 62.7% 降到 43.6%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655" y="1645920"/>
            <a:ext cx="3544504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我们把「选规则 / 算 / 判定 / 弃权」都拆开，并比较修法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374392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13232" y="23743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2493264"/>
            <a:ext cx="237205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指南更新与知识冲突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197" y="2493264"/>
            <a:ext cx="3970849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TempoMed-Bench、DriftMedQA：选择题式的知识回忆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655" y="2493264"/>
            <a:ext cx="3544504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我们用真实存在的新旧两版规则，冲突在病人层面、可以精确算出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018536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13232" y="30185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" y="3137408"/>
            <a:ext cx="237205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信息不全时弃权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197" y="3137408"/>
            <a:ext cx="3970849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ClinDet-Bench：94 个人造病例、计分式量表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7655" y="3137408"/>
            <a:ext cx="3544504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我们用区间运算在连续公式上精确判定，并能按离阈值的远近控制难度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662680"/>
            <a:ext cx="10765231" cy="44907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13232" y="36626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3781552"/>
            <a:ext cx="2372053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强化学习训练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4197" y="3781552"/>
            <a:ext cx="3970849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MedCalc-R1：奖励里还用了大模型评委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7655" y="3781552"/>
            <a:ext cx="3544504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我们的奖励完全由程序给出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111752"/>
            <a:ext cx="10765231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13232" y="411175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6" y="4230624"/>
            <a:ext cx="2372053" cy="47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与 HTN-Concord 的关系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4197" y="4230624"/>
            <a:ext cx="3970849" cy="47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平行项目：手写整套指南规则，需要医生裁定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7655" y="4230624"/>
            <a:ext cx="3544504" cy="47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本项目只用已发表的公式和阈值，不需要医生裁定，只读复用其数据管线和 PREVENT 代码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477215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核心想法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病人 × 已发表公式 → 程序算出的标准答案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3063240" cy="202895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2587752" cy="1205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一个病人的档案：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年龄、性别、血压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胆固醇、HDL、肾功能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吸烟、糖尿病、用药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+ 一条指南规则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95928" y="2395220"/>
            <a:ext cx="512064" cy="292608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527048"/>
            <a:ext cx="6677863" cy="2028952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1728216"/>
            <a:ext cx="6165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程序给出的标准答案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1762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该用哪一版规则、哪个公式、阈值多少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248234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40004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PCE 和 PREVENT 两个公式各自算出的风险（已核对原文算例）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0" y="2788411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70611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按规则该不该开药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3094481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301218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缺某些输入时：结论是否已经确定（区间运算）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940048"/>
            <a:ext cx="3429914" cy="229616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940048"/>
            <a:ext cx="342991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214368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标准答案只由程序产生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610608"/>
            <a:ext cx="2954426" cy="144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不用大模型当评委，也不做人工标注。结果可以精确复现。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0890" y="3940048"/>
            <a:ext cx="3429914" cy="229616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0890" y="3940048"/>
            <a:ext cx="3429914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8634" y="4214368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不需要医生裁定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8634" y="4610608"/>
            <a:ext cx="2954426" cy="144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公式和阈值都是已发表的，照原文实现并用原文算例核对；两版指南共 214 条推荐已逐条整理。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8548" y="3940048"/>
            <a:ext cx="3429914" cy="229616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8548" y="3940048"/>
            <a:ext cx="3429914" cy="411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6292" y="4214368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先定位，再修，再训练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292" y="4610608"/>
            <a:ext cx="2954426" cy="144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先把错误拆到环节，再比较各种修法各修好哪一类，最后看训练能不能修得更彻底。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关键设计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用减法把「算」和「判断」分开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108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条件 1 · 只给规则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5167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「按 2025 版：PREVENT ≥7.5% 就开药。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这位 62 岁女性，血压 134/82……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要不要开药？」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2971800"/>
            <a:ext cx="4751679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0976" y="3044952"/>
            <a:ext cx="475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模型要自己选公式、自己算、自己判断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1295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1295" y="1499616"/>
            <a:ext cx="522716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0751" y="1554480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条件 2 · 再给算好的风险值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1975104"/>
            <a:ext cx="475167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「……一个经过验证的计算器算出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她的 PREVENT 10 年风险是 7.2%。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要不要开药？」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89039" y="2971800"/>
            <a:ext cx="4751680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89039" y="3044952"/>
            <a:ext cx="475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「算」这一步被拿掉了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685032"/>
            <a:ext cx="10765231" cy="713232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107652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条件 2 正确率  −  条件 1 正确率  =  「算不准」造成的损失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782312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690872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两个条件的病人和规则完全一样，只差一个数字，所以正确率的差只能来自计算。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122418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030978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给了数值还错，就不是算的问题：是规则理解错了，或者结论和自己的数字对不上。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462524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371084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同样的思路用在「信息不全」上：直接告诉模型风险落在哪个区间，看它还会不会判断错。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一个测试台，三个研究共用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公开数据，可发给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0994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真实病历，只在本机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3348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2017 与 2025 指南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公式与阈值原文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9543" y="2121408"/>
            <a:ext cx="292608" cy="274320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450592"/>
            <a:ext cx="10765231" cy="658368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统一病人档案（只读复用 HTN-Concord 管线）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D8E4"/>
                </a:solidFill>
                <a:latin typeface="Arial"/>
                <a:ea typeface="Microsoft YaHei"/>
                <a:cs typeface="Arial"/>
              </a:rPr>
              <a:t>所有数据源折叠成同一张表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46221" y="3145536"/>
            <a:ext cx="256032" cy="237744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789441" y="3145536"/>
            <a:ext cx="256032" cy="237744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502152"/>
            <a:ext cx="47562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标准答案生成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（PCE、PREVENT、区间运算）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46221" y="4023360"/>
            <a:ext cx="256032" cy="219456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79976"/>
            <a:ext cx="47562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规则、风险值、决定、能否判定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【全程对模型隐藏】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6451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9331" y="3502152"/>
            <a:ext cx="47562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出题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（病例描述 × 实验条件）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9441" y="4023360"/>
            <a:ext cx="256032" cy="219456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6451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9331" y="4379976"/>
            <a:ext cx="47562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（本机 Qwen / OpenAI API）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14622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878944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5157216"/>
            <a:ext cx="10765231" cy="512064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285231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打分 → 每个环节的错误率 + 失败类型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797296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数据规则：MIMIC 只在本机跑 Qwen，不发给任何外部 API（PhysioNet 数据协议）；NHANES 是公开数据，可以用 API。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明确说清楚不做什么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0312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03120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可计算的规则：已发表的风险公式和指南阈值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234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482342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心血管风险：PCE、PREVENT（可扩展到其他公式）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86156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861564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规则更新、信息不全、计算、忠实性这几个环节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4078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240786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开源小模型的改进与训练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210312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9935" y="2103120"/>
            <a:ext cx="4404207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需要临床判断的规则（那是 HTN-Concord 的范围）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69697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9935" y="2696972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给医生用的临床决策系统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307619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9935" y="3076194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判断模型的建议是否「临床上正确」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45541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9935" y="3455416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 MIMIC 发给任何外部模型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3834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边界就是这个方向的优势：只研究答案能精确算出的规则，所以不需要医生裁定，结论也可以精确复现。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两个数据源，一个已经用上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73936"/>
            <a:ext cx="471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5153" y="1792224"/>
            <a:ext cx="989214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已用于先导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36829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28600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4,806 份成人档案，公开数据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732532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2650236"/>
            <a:ext cx="4440783" cy="527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先导实验用了 140 个病例（A 部分 80、B 部分 60）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314700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232404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补下载了病史问卷 MCQ_J，用于排除心血管病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367893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359664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先导用过的病人已记录，正式实验排除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773936"/>
            <a:ext cx="471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 3.1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33216" y="1792224"/>
            <a:ext cx="989214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可行性已查</a:t>
            </a:r>
          </a:p>
        </p:txBody>
      </p:sp>
      <p:sp>
        <p:nvSpPr>
          <p:cNvPr id="24" name="Oval 23"/>
          <p:cNvSpPr/>
          <p:nvPr/>
        </p:nvSpPr>
        <p:spPr>
          <a:xfrm>
            <a:off x="6543903" y="2368296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3359" y="228600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可行性检查：50 份出院小结</a:t>
            </a:r>
          </a:p>
        </p:txBody>
      </p:sp>
      <p:sp>
        <p:nvSpPr>
          <p:cNvPr id="26" name="Oval 25"/>
          <p:cNvSpPr/>
          <p:nvPr/>
        </p:nvSpPr>
        <p:spPr>
          <a:xfrm>
            <a:off x="6543903" y="273253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3359" y="2650236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化验模板行与化验表 97.5% 对得上</a:t>
            </a:r>
          </a:p>
        </p:txBody>
      </p:sp>
      <p:sp>
        <p:nvSpPr>
          <p:cNvPr id="28" name="Oval 27"/>
          <p:cNvSpPr/>
          <p:nvPr/>
        </p:nvSpPr>
        <p:spPr>
          <a:xfrm>
            <a:off x="6543903" y="3096768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3359" y="3014472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血脂几乎不写在小结里（3/50）</a:t>
            </a:r>
          </a:p>
        </p:txBody>
      </p:sp>
      <p:sp>
        <p:nvSpPr>
          <p:cNvPr id="30" name="Oval 29"/>
          <p:cNvSpPr/>
          <p:nvPr/>
        </p:nvSpPr>
        <p:spPr>
          <a:xfrm>
            <a:off x="6543903" y="3461004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3359" y="3378708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隐去血脂后，τ = 7.5% 时 61.8% 仍可判定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MIMIC 的检查改变了设计：光凭小结，94% 的人算不出 PREVENT，所以「从小结抽数值再算」做不成；「判断结论能不能定」则完全可行。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三篇论文，前后衔接（方案 v2）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91056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910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766824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6408" y="1709928"/>
            <a:ext cx="1803277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2294" y="1709928"/>
            <a:ext cx="3041755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 规则更新 + B 信息不全，把一次回答拆成各环节逐项计错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658" y="1709928"/>
            <a:ext cx="313702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错在哪一环、随模型大小怎么变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6289" y="1709928"/>
            <a:ext cx="945869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先导完成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235200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13232" y="22352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" y="2410968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6408" y="2354072"/>
            <a:ext cx="1803277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干预阶梯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2294" y="2354072"/>
            <a:ext cx="3041755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十层修法：从改提示、给工具到微调、知识编辑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6658" y="2354072"/>
            <a:ext cx="313702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哪种修法修好哪类错误、代价多大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6289" y="2354072"/>
            <a:ext cx="945869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2879344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13232" y="28793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" y="3055112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6408" y="2998216"/>
            <a:ext cx="1803277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强化学习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2294" y="2998216"/>
            <a:ext cx="3041755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用程序给分训练本地 Qwen 小模型，与 P2 最佳修法比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6658" y="2998216"/>
            <a:ext cx="313702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能否修得更彻底；学到的是能力还是格式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6289" y="2998216"/>
            <a:ext cx="945869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待做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352348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修复手段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干预阶梯：十层修法，从便宜到昂贵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71196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4996" y="1655064"/>
            <a:ext cx="3843786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手写提示：明确指令、对比新旧版、先写公式再作答；少样本例题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390" y="1655064"/>
            <a:ext cx="2358926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不改模型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925" y="1655064"/>
            <a:ext cx="288923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新阈值配旧公式、格式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803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21803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254504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4996" y="2299208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贴指南原文 / RAG 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390" y="2299208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不改模型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925" y="2299208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规则选择；长文本是否稀释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6212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6212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695448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996" y="2740152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自动提示优化：以程序算出的正确率为目标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390" y="2740152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不改模型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925" y="2740152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看能否自动找到好提示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0622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30622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136391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4996" y="3181096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多次采样投票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390" y="3181096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不改模型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925" y="3181096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随机算错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503168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50316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577335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4996" y="3622039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计算工具，或只抽取、由程序计算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390" y="3622039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不改模型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925" y="3622039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算不准（先导已验证有效）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944112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9441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401828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4996" y="4062984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解码时干预、激活引导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390" y="4062984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2925" y="4062984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退回旧版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385056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13232" y="43850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41248" y="4459224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54996" y="4503928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soft prompt 调优（只训练一小段向量）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390" y="4503928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2925" y="4503928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规则选择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4826000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13232" y="48260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41248" y="4900168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54996" y="4944872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LoRA 微调，训练数据由程序生成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1390" y="4944872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开源模型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2925" y="4944872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规则选择、计算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" y="5266944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13232" y="52669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41248" y="5341112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54996" y="5385816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知识编辑：直接改写「阈值是 10%」这类记忆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1390" y="5385816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开源模型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2925" y="5385816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退回旧版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13232" y="570788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13232" y="5963920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都用 P1 的指标评测：修好哪类错误、代价多大、换病人或换写法后还剩多少。1–5 适用于所有模型，6–9 用本机开源模型，第 10 层是 P3。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不报一个总分，按环节计错 + 三条纪律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4736701" cy="91643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45720" cy="91643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64592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主指标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975104"/>
            <a:ext cx="4224637" cy="29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按所要求规则的决定正确率（冲突病例与一致病例分开）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617216"/>
            <a:ext cx="4736701" cy="121107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617216"/>
            <a:ext cx="45720" cy="121107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76352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环节指标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092704"/>
            <a:ext cx="4224637" cy="29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报出的风险值与真实值的误差和相关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387344"/>
            <a:ext cx="4224637" cy="29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自称用的公式、阈值是否正确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029455"/>
            <a:ext cx="4736701" cy="11196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029455"/>
            <a:ext cx="45720" cy="1119632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17576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其他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4943"/>
            <a:ext cx="4224637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决定与自己数字是否一致 · 过早下结论率 · 过度弃权率 · 声称缺了不需要的输入 · 静默替换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269" y="1499616"/>
            <a:ext cx="5626193" cy="119837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301" y="1682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909" y="1682496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冲突病例要配对照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909" y="2009140"/>
            <a:ext cx="4803233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冲突病例天然贴近阈值，随机误差也会像「退回旧版」。必须配同样贴近阈值的一致病例。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269" y="2880868"/>
            <a:ext cx="5626193" cy="119837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301" y="3063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909" y="3063748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每例多次采样、多种问法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909" y="3390392"/>
            <a:ext cx="4803233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先导大多每例只问一次、一种问法；正式实验每例至少 3 次、至少 2 种写法。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269" y="4262120"/>
            <a:ext cx="5626193" cy="991108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301" y="444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909" y="4445000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先导数据不进正式结果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909" y="4771644"/>
            <a:ext cx="4803233" cy="298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先导用过的病人已记录；正式实验冻结提示后只跑一次。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先导结果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六个配置，每个卡在不同的地方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627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703832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3637" y="1655064"/>
            <a:ext cx="511601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不按规则；结论与自己的数字矛盾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2255" y="1655064"/>
            <a:ext cx="2203677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冲突病例 62% → 给数值后 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8541" y="1655064"/>
            <a:ext cx="1683618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给数值也修不好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64080"/>
            <a:ext cx="10765231" cy="43281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2164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234184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3637" y="2282952"/>
            <a:ext cx="511601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算不出风险；自称用 Framingham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2255" y="2282952"/>
            <a:ext cx="2203677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26% →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8541" y="2282952"/>
            <a:ext cx="1683618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给数值全修好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596896"/>
            <a:ext cx="10765231" cy="432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59689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667000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8B思考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3637" y="2715768"/>
            <a:ext cx="511601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 PREVENT 当笔误，57/80 自称用 PCE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2255" y="2715768"/>
            <a:ext cx="2203677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541" y="2715768"/>
            <a:ext cx="1683618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随规模消失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029711"/>
            <a:ext cx="10765231" cy="43281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3029711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099815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3637" y="3148583"/>
            <a:ext cx="511601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算不出；不给规则时默认旧阈值；缺血脂时 59/60 答「无法判断」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2255" y="3148583"/>
            <a:ext cx="2203677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32% → 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8541" y="3148583"/>
            <a:ext cx="1683618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给数值全修好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462527"/>
            <a:ext cx="10765231" cy="432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46252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532631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43637" y="3581399"/>
            <a:ext cx="5116010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凭记忆估，误差约 0.9 个百分点；以旧公式为参照（弱）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2255" y="3581399"/>
            <a:ext cx="2203677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42% → 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8541" y="3581399"/>
            <a:ext cx="1683618" cy="24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推理调高无效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895344"/>
            <a:ext cx="10765231" cy="6278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8953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4062984"/>
            <a:ext cx="60978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astra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43637" y="4014215"/>
            <a:ext cx="511601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基本算对；4.7% 以「缺 BMI」为由不算（其实不需要）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2255" y="4014215"/>
            <a:ext cx="2203677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97%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8541" y="4014215"/>
            <a:ext cx="1683618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新失败类型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452323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2" y="4760975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本机 Qwen 1,460 次调用，OpenAI 339 次、约 $12。真实人群里两版结论相反的只有 5.7%（14/244），50 个冲突病例中 36 个是合成的。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先导实验能说什么、不能说什么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能说的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2140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2140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「退回旧指南」随模型变强而减弱，撑不起单独一篇论文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51383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383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主要问题是算不准，而且从答案表面看不出来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9062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0626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不同大小的模型卡在不同环节，同一种修法只修得好一部分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9869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9869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「以为缺了其实不需要的输入」在 A、B 两个任务里都出现，支持把 A、B 合成一套诊断基准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499616"/>
            <a:ext cx="5227167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还不能说的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212140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8223" y="212140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具体比例都是先导数字：大多每例只问一次、一种问法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51383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8223" y="251383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「拿旧公式当参照」是否真实存在：还没有贴近阈值的对照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9062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8223" y="290626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前沿模型在信息不全时的表现：B 只在 Qwen 上测过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29869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8223" y="329869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模型的建议临床上是否正确：本课题只核对是否符合规则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已完成、进行中、待做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3663161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3663161" cy="365760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3260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14426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066544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五个候选方向的比较与新颖性检索（文献地图 127 篇）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641600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563876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 可行性检查（50 份小结 + 2,376 人可判定性模拟）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138932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061208"/>
            <a:ext cx="3059657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PCE 实现并核对原文算例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449320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371596"/>
            <a:ext cx="3059657" cy="652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先导实验：Qwen 1.7B / 8B / 14B + gpt-6-sol / astra，已定稿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133595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055871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方案 v2 文档与网页（诊断 → 修复 → 训练）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630927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53203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新旧两版指南 214 条推荐、公式、药物表逐条整理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128259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050535"/>
            <a:ext cx="3059657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代码导出与实验记录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4137" y="1499616"/>
            <a:ext cx="2478985" cy="473659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4137" y="1499616"/>
            <a:ext cx="2478985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5305" y="1581912"/>
            <a:ext cx="20766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等待确认</a:t>
            </a:r>
          </a:p>
        </p:txBody>
      </p:sp>
      <p:sp>
        <p:nvSpPr>
          <p:cNvPr id="28" name="Oval 27"/>
          <p:cNvSpPr/>
          <p:nvPr/>
        </p:nvSpPr>
        <p:spPr>
          <a:xfrm>
            <a:off x="4833593" y="214426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6473" y="2066544"/>
            <a:ext cx="1875481" cy="652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导师是否同意转向，以及 HTN-Concord 怎么安排</a:t>
            </a:r>
          </a:p>
        </p:txBody>
      </p:sp>
      <p:sp>
        <p:nvSpPr>
          <p:cNvPr id="30" name="Oval 29"/>
          <p:cNvSpPr/>
          <p:nvPr/>
        </p:nvSpPr>
        <p:spPr>
          <a:xfrm>
            <a:off x="4833593" y="282854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6473" y="2750820"/>
            <a:ext cx="1875481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API 与 GPU 预算；有无学校集群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0866" y="1499616"/>
            <a:ext cx="4147596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0866" y="1499616"/>
            <a:ext cx="4147596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2034" y="1581912"/>
            <a:ext cx="3745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待做（按关键路径）</a:t>
            </a:r>
          </a:p>
        </p:txBody>
      </p:sp>
      <p:sp>
        <p:nvSpPr>
          <p:cNvPr id="35" name="Oval 34"/>
          <p:cNvSpPr/>
          <p:nvPr/>
        </p:nvSpPr>
        <p:spPr>
          <a:xfrm>
            <a:off x="7550322" y="214426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33202" y="2066544"/>
            <a:ext cx="3544092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正式测试台：多周期 NHANES、贴近阈值的对照、新条件、多种写法</a:t>
            </a:r>
          </a:p>
        </p:txBody>
      </p:sp>
      <p:sp>
        <p:nvSpPr>
          <p:cNvPr id="37" name="Oval 36"/>
          <p:cNvSpPr/>
          <p:nvPr/>
        </p:nvSpPr>
        <p:spPr>
          <a:xfrm>
            <a:off x="7550322" y="264160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3202" y="2563876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功效分析，确定正式病例数</a:t>
            </a:r>
          </a:p>
        </p:txBody>
      </p:sp>
      <p:sp>
        <p:nvSpPr>
          <p:cNvPr id="39" name="Oval 38"/>
          <p:cNvSpPr/>
          <p:nvPr/>
        </p:nvSpPr>
        <p:spPr>
          <a:xfrm>
            <a:off x="7550322" y="295198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33202" y="2874264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申请研究额度（Anthropic、OpenAI）</a:t>
            </a:r>
          </a:p>
        </p:txBody>
      </p:sp>
      <p:sp>
        <p:nvSpPr>
          <p:cNvPr id="41" name="Oval 40"/>
          <p:cNvSpPr/>
          <p:nvPr/>
        </p:nvSpPr>
        <p:spPr>
          <a:xfrm>
            <a:off x="7550322" y="3262376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33202" y="3184652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PCE 系数第二人核对</a:t>
            </a:r>
          </a:p>
        </p:txBody>
      </p:sp>
      <p:sp>
        <p:nvSpPr>
          <p:cNvPr id="43" name="Oval 42"/>
          <p:cNvSpPr/>
          <p:nvPr/>
        </p:nvSpPr>
        <p:spPr>
          <a:xfrm>
            <a:off x="7550322" y="3572763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33202" y="3495039"/>
            <a:ext cx="3544092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干预阶梯文献补查（自动提示优化、soft prompt、知识编辑）</a:t>
            </a:r>
          </a:p>
        </p:txBody>
      </p:sp>
      <p:sp>
        <p:nvSpPr>
          <p:cNvPr id="45" name="Oval 44"/>
          <p:cNvSpPr/>
          <p:nvPr/>
        </p:nvSpPr>
        <p:spPr>
          <a:xfrm>
            <a:off x="7550322" y="4070095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33202" y="3992371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前沿模型上跑信息不全任务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约 11 个月，三篇论文（方案 v2）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6207" y="1655064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3535" y="1655064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两个实验、六个模型配置，已定稿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3466" y="1655064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6207" y="2096008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测试台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3535" y="2096008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正式病例集、对照设计、runner、评分；冻结提示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3466" y="2096008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第 1 个月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6207" y="2536952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3535" y="2536952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A、B 合成的分环节诊断基准，多模型、多问法、重复采样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3466" y="2536952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第 2–4 个月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034791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6207" y="2977895"/>
            <a:ext cx="2254720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干预阶梯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3535" y="2977895"/>
            <a:ext cx="5577322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九层修法：提示、原文 / RAG、自动优化、投票、工具、解码干预、soft prompt、LoRA、知识编辑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3466" y="2977895"/>
            <a:ext cx="136869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第 4–6 个月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503168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50316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577335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6207" y="3622039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强化学习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3535" y="3622039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GRPO 训练本地小模型，与最佳修法比；在 MIMIC 上检验迁移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3466" y="3622039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第 6–11 个月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39441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4181856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v1 是 A、B、C 三篇各自独立。先导显示 A 的效应不够单独成篇，因此改为 v2；「新旧规则冲突」保留为诊断里的一个维度。前沿模型若出现很强的「会算但仍选旧规则」，A 仍可单独成篇。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五个真实风险和对策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36776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效应太小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7056" y="1636776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前沿模型已经基本算对（astra 冲突病例 97%）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7234" y="1636776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诊断重点放在中小模型和开源模型；前沿模型上看剩下的新失败类型（如声称缺输入）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254250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409698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冲突病例太少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7056" y="2409698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真实人群只有 5.7%，先导靠合成病例补足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7234" y="2409698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正式实验合并更多 NHANES 周期；合成病例单独报告；人群占比按真实数据报告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027171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027171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182619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看不到原始推理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056" y="3182619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OpenAI 只给推理摘要，astra 约六成摘要为空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7234" y="3182619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推理过程的结论以开源模型为主；前沿模型只看输出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800093"/>
            <a:ext cx="41148" cy="690626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955541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成本和算力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056" y="3955541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OpenAI 余额两次用完；强化学习需要 CUDA 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234" y="3955541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用 Batch API（半价）、子集重复采样；申请研究额度；训练用 Colab 或学校集群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573015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573015"/>
            <a:ext cx="41148" cy="690626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728463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 合规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7056" y="4728463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数据协议禁止发给外部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7234" y="4728463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MIMIC 只在本机（M4 Max）跑 Qwen；发表时按协议公开代码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四项贡献与需要导师决定的事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cv-llm-rulebench · 博士课题设计与先导结果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① 可精确诊断的测试台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每个环节都有程序算出的标准答案，可无限生成、精确复现。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0571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② 分环节的失败图谱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0571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说清楚错误落在哪一环、随模型大小怎么变。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6743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③ 修法与失败的对应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哪种手段修好哪类错、代价多大、能否迁移。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747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2915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④ 可推广的方法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任何「规则明确、会更新、需要计算」的领域都适用，如税务、保险、合规。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456432"/>
            <a:ext cx="5550124" cy="277977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657600"/>
            <a:ext cx="5074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交付物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" y="4137660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059936"/>
            <a:ext cx="481860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论文 3 篇（诊断 / 干预阶梯 / 强化学习）</a:t>
            </a:r>
          </a:p>
        </p:txBody>
      </p:sp>
      <p:sp>
        <p:nvSpPr>
          <p:cNvPr id="24" name="Oval 23"/>
          <p:cNvSpPr/>
          <p:nvPr/>
        </p:nvSpPr>
        <p:spPr>
          <a:xfrm>
            <a:off x="969264" y="448208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404360"/>
            <a:ext cx="481860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开源测试台、病例生成器和评分代码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" y="482650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748784"/>
            <a:ext cx="481860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新旧两版指南规则整理（214 条，带原文页码）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4252" y="3456432"/>
            <a:ext cx="4904210" cy="2779776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1996" y="3657600"/>
            <a:ext cx="44287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需要导师决定的</a:t>
            </a:r>
          </a:p>
        </p:txBody>
      </p:sp>
      <p:sp>
        <p:nvSpPr>
          <p:cNvPr id="30" name="Oval 29"/>
          <p:cNvSpPr/>
          <p:nvPr/>
        </p:nvSpPr>
        <p:spPr>
          <a:xfrm>
            <a:off x="6830284" y="413766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452" y="4059936"/>
            <a:ext cx="417269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是否从 HTN-Concord 转向这个方向，或两者并行</a:t>
            </a:r>
          </a:p>
        </p:txBody>
      </p:sp>
      <p:sp>
        <p:nvSpPr>
          <p:cNvPr id="32" name="Oval 31"/>
          <p:cNvSpPr/>
          <p:nvPr/>
        </p:nvSpPr>
        <p:spPr>
          <a:xfrm>
            <a:off x="6830284" y="448208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1452" y="4404360"/>
            <a:ext cx="417269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是否同意 v2 的三篇结构：诊断 → 修复 → 训练</a:t>
            </a:r>
          </a:p>
        </p:txBody>
      </p:sp>
      <p:sp>
        <p:nvSpPr>
          <p:cNvPr id="34" name="Oval 33"/>
          <p:cNvSpPr/>
          <p:nvPr/>
        </p:nvSpPr>
        <p:spPr>
          <a:xfrm>
            <a:off x="6830284" y="482650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1452" y="4748784"/>
            <a:ext cx="417269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API 与 GPU 预算，是否有学校集群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